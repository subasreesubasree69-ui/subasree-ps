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43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31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3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9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599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3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95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73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09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6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56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30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03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525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14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0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Swiggy</a:t>
            </a:r>
            <a:r>
              <a:rPr dirty="0"/>
              <a:t> </a:t>
            </a:r>
            <a:r>
              <a:rPr dirty="0" err="1"/>
              <a:t>Instamart</a:t>
            </a:r>
            <a:r>
              <a:rPr dirty="0"/>
              <a:t>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0082" y="4766873"/>
            <a:ext cx="3183148" cy="1470025"/>
          </a:xfrm>
        </p:spPr>
        <p:txBody>
          <a:bodyPr>
            <a:normAutofit/>
          </a:bodyPr>
          <a:lstStyle/>
          <a:p>
            <a:r>
              <a:rPr b="1" dirty="0"/>
              <a:t>Prepared</a:t>
            </a:r>
            <a:r>
              <a:rPr dirty="0"/>
              <a:t> </a:t>
            </a:r>
            <a:r>
              <a:rPr b="1" dirty="0"/>
              <a:t>by </a:t>
            </a:r>
            <a:r>
              <a:rPr b="1" dirty="0" err="1"/>
              <a:t>S</a:t>
            </a:r>
            <a:r>
              <a:rPr lang="en-US" b="1" dirty="0" err="1"/>
              <a:t>ubasree</a:t>
            </a:r>
            <a:r>
              <a:rPr lang="en-US" b="1" dirty="0"/>
              <a:t> 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Swiggy Instamart sales data using Power BI.</a:t>
            </a:r>
          </a:p>
          <a:p>
            <a:r>
              <a:t>The dashboard provides insights into sales performance, orders, ratings, shop types, city tiers, and product categories.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 total sales and order trends</a:t>
            </a:r>
          </a:p>
          <a:p>
            <a:r>
              <a:t>- Understand performance by city tier and shop size</a:t>
            </a:r>
          </a:p>
          <a:p>
            <a:r>
              <a:t>- Identify top-performing product categories</a:t>
            </a:r>
          </a:p>
          <a:p>
            <a:r>
              <a:t>- Evaluate customer satisfaction using ratings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Sales: 1.20M</a:t>
            </a:r>
          </a:p>
          <a:p>
            <a:r>
              <a:t>- Total Orders: 8.52K</a:t>
            </a:r>
          </a:p>
          <a:p>
            <a:r>
              <a:t>- Average Sales: 141.01</a:t>
            </a:r>
          </a:p>
          <a:p>
            <a:r>
              <a:t>- Average Rating: 3.92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City 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Tier 3 cities contribute the highest sales.</a:t>
            </a:r>
          </a:p>
          <a:p>
            <a:r>
              <a:t>Tier 2 cities show moderate performance.</a:t>
            </a:r>
          </a:p>
          <a:p>
            <a:r>
              <a:t>Tier 1 cities contribute comparatively lower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Orders by Shop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Medium-sized shops receive the highest number of orders.</a:t>
            </a:r>
          </a:p>
          <a:p>
            <a:r>
              <a:t>Small shops come next, followed by high-sized shops.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E2E122-CDD6-44ED-8F66-CB76E6C30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532" y="3782183"/>
            <a:ext cx="2753109" cy="2019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Category-wise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categories:</a:t>
            </a:r>
          </a:p>
          <a:p>
            <a:r>
              <a:t>- Fruits &amp; Vegetables</a:t>
            </a:r>
          </a:p>
          <a:p>
            <a:r>
              <a:t>- Snack Foods</a:t>
            </a:r>
          </a:p>
          <a:p>
            <a:r>
              <a:t>- Household Products</a:t>
            </a:r>
          </a:p>
          <a:p>
            <a:endParaRPr/>
          </a:p>
          <a:p>
            <a:r>
              <a:t>Lowest sales observed in soft drinks and meat categories.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DEEF7-7334-46F6-A3C9-CBEE86024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717" y="2319556"/>
            <a:ext cx="1600423" cy="20291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Shop Type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Supermarket Type 2 shows the highest average sales.</a:t>
            </a:r>
          </a:p>
          <a:p>
            <a:r>
              <a:t>Grocery stores maintain consistent ratings and order volumes.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CAF0B-1A7F-4CEE-AAC6-5EE6E8D45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632" y="3892267"/>
            <a:ext cx="1733792" cy="2038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shops opened decreased from 2021 to 2024.</a:t>
            </a:r>
          </a:p>
          <a:p>
            <a:r>
              <a:t>This indicates market saturation or strategic expansion control.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07EC1-6BB3-4FCA-81AB-D332929B6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292" y="3932123"/>
            <a:ext cx="3448531" cy="12193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A40869-3D50-4D66-8D2D-29A34B8AAA5C}"/>
              </a:ext>
            </a:extLst>
          </p:cNvPr>
          <p:cNvSpPr txBox="1"/>
          <p:nvPr/>
        </p:nvSpPr>
        <p:spPr>
          <a:xfrm flipH="1">
            <a:off x="2812208" y="940279"/>
            <a:ext cx="4045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SALES BY CATEGORY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B2B311-8422-4776-BE68-46FDB2D32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158" y="3260785"/>
            <a:ext cx="2889850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58F6F5-A0CD-4144-B159-11C09193EDB4}"/>
              </a:ext>
            </a:extLst>
          </p:cNvPr>
          <p:cNvSpPr txBox="1"/>
          <p:nvPr/>
        </p:nvSpPr>
        <p:spPr>
          <a:xfrm>
            <a:off x="595224" y="2820838"/>
            <a:ext cx="4942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bar represents a different product category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044C8A-0E06-4ADD-951F-E42F71C553A1}"/>
              </a:ext>
            </a:extLst>
          </p:cNvPr>
          <p:cNvSpPr txBox="1"/>
          <p:nvPr/>
        </p:nvSpPr>
        <p:spPr>
          <a:xfrm flipH="1">
            <a:off x="715991" y="3743864"/>
            <a:ext cx="4465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length of the bar shows the total sales amount for the category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82DD55-0852-4A97-A733-3F6EA36487FA}"/>
              </a:ext>
            </a:extLst>
          </p:cNvPr>
          <p:cNvSpPr txBox="1"/>
          <p:nvPr/>
        </p:nvSpPr>
        <p:spPr>
          <a:xfrm>
            <a:off x="793630" y="4703954"/>
            <a:ext cx="4088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highest bar indicates the top performing category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851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2807BF-E927-4C5E-86D9-68828DD1FAE7}"/>
              </a:ext>
            </a:extLst>
          </p:cNvPr>
          <p:cNvSpPr txBox="1"/>
          <p:nvPr/>
        </p:nvSpPr>
        <p:spPr>
          <a:xfrm flipH="1">
            <a:off x="3209025" y="940279"/>
            <a:ext cx="3396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Shops opening Year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43E57B-DED0-4C16-8C6D-565EC1AFB6F1}"/>
              </a:ext>
            </a:extLst>
          </p:cNvPr>
          <p:cNvSpPr txBox="1"/>
          <p:nvPr/>
        </p:nvSpPr>
        <p:spPr>
          <a:xfrm flipH="1">
            <a:off x="1242204" y="2527540"/>
            <a:ext cx="6452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analyze performance based on outlet</a:t>
            </a:r>
          </a:p>
          <a:p>
            <a:r>
              <a:rPr lang="en-US" dirty="0"/>
              <a:t>To check whether newly opened shops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17E70D-D817-4436-A7D6-D8DC0B4F0E3A}"/>
              </a:ext>
            </a:extLst>
          </p:cNvPr>
          <p:cNvSpPr txBox="1"/>
          <p:nvPr/>
        </p:nvSpPr>
        <p:spPr>
          <a:xfrm flipH="1">
            <a:off x="1431984" y="3631721"/>
            <a:ext cx="4615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X-axis represents the outlet establishment year</a:t>
            </a:r>
          </a:p>
          <a:p>
            <a:r>
              <a:rPr lang="en-US" dirty="0"/>
              <a:t>The y-axis represent total sales or number of outlets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3224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helps identify sales patterns and customer behavior.</a:t>
            </a:r>
          </a:p>
          <a:p>
            <a:r>
              <a:t>It supports data-driven decisions for inventory planning,</a:t>
            </a:r>
          </a:p>
          <a:p>
            <a:r>
              <a:t>city-level expansion, and category focus.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66</TotalTime>
  <Words>300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Swiggy Instamart Sales Analysis</vt:lpstr>
      <vt:lpstr>Project Overview</vt:lpstr>
      <vt:lpstr>Objectives</vt:lpstr>
      <vt:lpstr>Key KPIs</vt:lpstr>
      <vt:lpstr>Sales by City Tier</vt:lpstr>
      <vt:lpstr>Orders by Shop Size</vt:lpstr>
      <vt:lpstr>Category-wise Sales</vt:lpstr>
      <vt:lpstr>Shop Type Performance</vt:lpstr>
      <vt:lpstr>Time Trend Analysis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Instamart Sales Analysis</dc:title>
  <dc:subject/>
  <dc:creator>Anudip</dc:creator>
  <cp:keywords/>
  <dc:description>generated using python-pptx</dc:description>
  <cp:lastModifiedBy>Anudip</cp:lastModifiedBy>
  <cp:revision>8</cp:revision>
  <dcterms:created xsi:type="dcterms:W3CDTF">2013-01-27T09:14:16Z</dcterms:created>
  <dcterms:modified xsi:type="dcterms:W3CDTF">2026-02-11T05:19:07Z</dcterms:modified>
  <cp:category/>
</cp:coreProperties>
</file>